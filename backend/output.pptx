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3200">
                <a:solidFill>
                  <a:srgbClr val="FFFFFF"/>
                </a:solidFill>
              </a:defRPr>
            </a:pPr>
            <a:r>
              <a:t>Image to PowerPoint Converter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solidFill>
            <a:srgbClr val="000000"/>
          </a:solidFill>
          <a:ln w="25400">
            <a:solidFill>
              <a:srgbClr val="C0C0C0"/>
            </a:solidFill>
            <a:prstDash val="soli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>
                <a:solidFill>
                  <a:srgbClr val="FFFFFF"/>
                </a:solidFill>
              </a:defRPr>
            </a:pPr>
            <a:r>
              <a:t>Drag &amp; drop image here or paste (Ctrl-V)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3657600"/>
            <a:ext cx="3657600" cy="914400"/>
          </a:xfrm>
          <a:prstGeom prst="rect">
            <a:avLst/>
          </a:prstGeom>
          <a:solidFill>
            <a:srgbClr val="808080"/>
          </a:solidFill>
          <a:ln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Convert to PowerPoint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