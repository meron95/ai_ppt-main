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743200" y="2743200"/>
            <a:ext cx="18288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A new habit</a:t>
            </a:r>
          </a:p>
          <a:p>
            <a:pPr>
              <a:defRPr sz="1400"/>
            </a:pPr>
            <a:r>
              <a:t>formation</a:t>
            </a:r>
          </a:p>
          <a:p>
            <a:pPr>
              <a:defRPr sz="1400"/>
            </a:pPr>
            <a:r>
              <a:t>STAGES</a:t>
            </a:r>
          </a:p>
        </p:txBody>
      </p:sp>
      <p:sp>
        <p:nvSpPr>
          <p:cNvPr id="3" name="Oval 2"/>
          <p:cNvSpPr/>
          <p:nvPr/>
        </p:nvSpPr>
        <p:spPr>
          <a:xfrm>
            <a:off x="2743200" y="9144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1</a:t>
            </a:r>
          </a:p>
          <a:p>
            <a:pPr>
              <a:defRPr sz="1400"/>
            </a:pPr>
            <a:r>
              <a:t>information</a:t>
            </a:r>
          </a:p>
        </p:txBody>
      </p:sp>
      <p:sp>
        <p:nvSpPr>
          <p:cNvPr id="4" name="Oval 3"/>
          <p:cNvSpPr/>
          <p:nvPr/>
        </p:nvSpPr>
        <p:spPr>
          <a:xfrm>
            <a:off x="4572000" y="9144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2</a:t>
            </a:r>
          </a:p>
          <a:p>
            <a:pPr>
              <a:defRPr sz="1400"/>
            </a:pPr>
            <a:r>
              <a:t>knowledge</a:t>
            </a:r>
          </a:p>
        </p:txBody>
      </p:sp>
      <p:sp>
        <p:nvSpPr>
          <p:cNvPr id="5" name="Oval 4"/>
          <p:cNvSpPr/>
          <p:nvPr/>
        </p:nvSpPr>
        <p:spPr>
          <a:xfrm>
            <a:off x="5486400" y="27432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3</a:t>
            </a:r>
          </a:p>
          <a:p>
            <a:pPr>
              <a:defRPr sz="1400"/>
            </a:pPr>
            <a:r>
              <a:t>skill</a:t>
            </a:r>
          </a:p>
        </p:txBody>
      </p:sp>
      <p:sp>
        <p:nvSpPr>
          <p:cNvPr id="6" name="Oval 5"/>
          <p:cNvSpPr/>
          <p:nvPr/>
        </p:nvSpPr>
        <p:spPr>
          <a:xfrm>
            <a:off x="4572000" y="45720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4</a:t>
            </a:r>
          </a:p>
          <a:p>
            <a:pPr>
              <a:defRPr sz="1400"/>
            </a:pPr>
            <a:r>
              <a:t>practice</a:t>
            </a:r>
          </a:p>
        </p:txBody>
      </p:sp>
      <p:sp>
        <p:nvSpPr>
          <p:cNvPr id="7" name="Oval 6"/>
          <p:cNvSpPr/>
          <p:nvPr/>
        </p:nvSpPr>
        <p:spPr>
          <a:xfrm>
            <a:off x="2743200" y="4572000"/>
            <a:ext cx="1371600" cy="91440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t>5</a:t>
            </a:r>
          </a:p>
          <a:p>
            <a:pPr>
              <a:defRPr sz="1400"/>
            </a:pPr>
            <a:r>
              <a:t>habit</a:t>
            </a:r>
          </a:p>
        </p:txBody>
      </p:sp>
      <p:sp>
        <p:nvSpPr>
          <p:cNvPr id="8" name="Chevron 7"/>
          <p:cNvSpPr/>
          <p:nvPr/>
        </p:nvSpPr>
        <p:spPr>
          <a:xfrm rot="2700000">
            <a:off x="4114800" y="1371600"/>
            <a:ext cx="91440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hevron 8"/>
          <p:cNvSpPr/>
          <p:nvPr/>
        </p:nvSpPr>
        <p:spPr>
          <a:xfrm rot="5400000">
            <a:off x="5486400" y="1828800"/>
            <a:ext cx="91440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hevron 9"/>
          <p:cNvSpPr/>
          <p:nvPr/>
        </p:nvSpPr>
        <p:spPr>
          <a:xfrm rot="8100000">
            <a:off x="5029200" y="3657600"/>
            <a:ext cx="91440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 rot="10800000">
            <a:off x="3657600" y="5029200"/>
            <a:ext cx="91440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 rot="13500000">
            <a:off x="1828800" y="3657600"/>
            <a:ext cx="914400" cy="4572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