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200">
                <a:solidFill>
                  <a:srgbClr val="FFFFFF"/>
                </a:solidFill>
              </a:defRPr>
            </a:pPr>
            <a:r>
              <a:t>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457200"/>
          </a:xfrm>
          <a:prstGeom prst="rect">
            <a:avLst/>
          </a:prstGeom>
          <a:solidFill>
            <a:srgbClr val="37474F"/>
          </a:solidFill>
          <a:ln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1400">
                <a:solidFill>
                  <a:srgbClr val="FFFFFF"/>
                </a:solidFill>
              </a:defRPr>
            </a:pPr>
            <a:r>
              <a:t>Converter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FFFFFF"/>
                </a:solidFill>
              </a:defRPr>
            </a:pPr>
            <a:r>
              <a:t>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200">
                <a:solidFill>
                  <a:srgbClr val="FFFFFF"/>
                </a:solidFill>
              </a:defRPr>
            </a:pPr>
            <a:r>
              <a:t>Account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FFFFFF"/>
                </a:solidFill>
              </a:defRPr>
            </a:pPr>
            <a:r>
              <a:t>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FFFFFF"/>
                </a:solidFill>
              </a:defRPr>
            </a:pPr>
            <a:r>
              <a:t>Settings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200">
                <a:solidFill>
                  <a:srgbClr val="FFFFFF"/>
                </a:solidFill>
              </a:defRPr>
            </a:pPr>
            <a:r>
              <a:t>Info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FFFFFF"/>
                </a:solidFill>
              </a:defRPr>
            </a:pPr>
            <a:r>
              <a:t>About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