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0099FF"/>
                </a:solidFill>
              </a:defRPr>
            </a:pPr>
            <a:r>
              <a:t>MagicPPT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99999"/>
                </a:solidFill>
              </a:defRPr>
            </a:pPr>
            <a:r>
              <a:t>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Converter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99999"/>
                </a:solidFill>
              </a:defRPr>
            </a:pPr>
            <a:r>
              <a:t>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99999"/>
                </a:solidFill>
              </a:defRPr>
            </a:pPr>
            <a:r>
              <a:t>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About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914400"/>
            <a:ext cx="4572000" cy="1371600"/>
          </a:xfrm>
          <a:prstGeom prst="rect">
            <a:avLst/>
          </a:prstGeom>
          <a:solidFill>
            <a:srgbClr val="222222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Drag &amp; drop image here or paste (Ctrl+V)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657600"/>
            <a:ext cx="3657600" cy="685800"/>
          </a:xfrm>
          <a:prstGeom prst="rect">
            <a:avLst/>
          </a:prstGeom>
          <a:solidFill>
            <a:srgbClr val="00CC00"/>
          </a:solidFill>
          <a:ln>
            <a:solidFill>
              <a:srgbClr val="00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Convert to PowerPoint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999999"/>
                </a:solidFill>
              </a:defRPr>
            </a:pPr>
            <a:r>
              <a:t>Conversion successful!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