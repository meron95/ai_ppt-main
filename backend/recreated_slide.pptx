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8229600"/>
          </a:xfrm>
          <a:prstGeom prst="rect">
            <a:avLst/>
          </a:prstGeom>
          <a:solidFill>
            <a:srgbClr val="2222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B0F0"/>
                </a:solidFill>
              </a:defRPr>
            </a:pPr>
            <a:r>
              <a:t>MagicPPT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C0C0C0"/>
                </a:solidFill>
              </a:defRPr>
            </a:pPr>
            <a: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572000" cy="457200"/>
          </a:xfrm>
          <a:prstGeom prst="rect">
            <a:avLst/>
          </a:prstGeom>
          <a:solidFill>
            <a:srgbClr val="3747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Converter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C0C0C0"/>
                </a:solidFill>
              </a:defRPr>
            </a:pPr>
            <a:r>
              <a:t>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C0C0C0"/>
                </a:solidFill>
              </a:defRPr>
            </a:pPr>
            <a:r>
              <a:t>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About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